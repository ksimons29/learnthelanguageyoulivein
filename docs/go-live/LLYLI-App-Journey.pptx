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LLYLI - Learn the Language You Live In. This app helps you remember real phrases from your daily life. Getting started is simple - just create an account with your email. Your account keeps all your phrases and progress safe in the cloud, so you can access them from any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tell us what language fills your days - the one you hear on streets, in shops, on signs. This is the language you want to 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Next, select your mother tongue. LLYLI will translate everything into this language, so explanations feel like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add some words you've already encountered. Seen something on a sign? Heard a phrase at a café? Type it in! The app asks for just 3 words to get started.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personal notebook is ready! We've added some essential phrases to help you get started. Tap any phrase to hear it spoken by a native speaker. During reviews, the app will create sentences using YOUR words to help you remember them in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daily home screen. At a glance, you can see what you captured today, how many phrases are due for review, and your daily progress. The "Capture a Phrase" button is always prominently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Whenever you encounter a new word or phrase, tap Capture. Type it in - it can be something you saw on a menu, heard in conversation, or read on a sign. The app automatically translates it, categorizes it, and generates native speaker audio.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phrases are due for review, tap "Review Due" to start a session. You'll see the phrase and hear the audio. Try to recall the meaning before revealing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revealing the answer, rate how well you remembered: Hard, Good, or Easy. This feedback trains the spaced repetition algorithm to show you phrases at exactly the right time - not too soon, not too 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Notebook organizes all your phrases by category. See your Inbox for new untagged phrases, or browse by category - Social, Food &amp; Dining, Shopping, Getting Around. The numbers show how many phrases are due for review in each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Progress page shows your learning journey at a glance. See your total phrases, this week's activity, and how many you've mastered. The upcoming calendar shows when reviews are scheduled throughout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your daily routine with LLYLI:
Morning: Check the Today screen. See what's due for review. Do a quick 5-minute review session.
Throughout the day: When you encounter a new word - at a café, in a meeting, on a sign - capture it immediately. Takes 5 seconds.
Evening: Check your progress, review any new due items, browse your notebook.
The key is consistency: capture real phrases from YOUR life, review them at the right time, and watch your vocabulary grow naturally.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LLYLI offers: Real Phrases - learn words you actually encounter, not textbook vocabulary. Native Audio - hear every phrase spoken correctly. Smart Timing - FSRS algorithm ensures optimal review scheduling. Context Memory - remember where you heard each phrase. Progress Tracking - watch your mastery grow over time. Secure &amp; Synced - your vocabulary is safe in the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LYLI_MASTER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6B7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E85C4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LLYLI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the Language You Live In</a:t>
            </a:r>
            <a:endParaRPr lang="en-US" sz="1800" dirty="0"/>
          </a:p>
        </p:txBody>
      </p:sp>
      <p:pic>
        <p:nvPicPr>
          <p:cNvPr id="4" name="Image 0" descr="/Users/koossimons/LLYLI/learnthelanguageyoulivein/docs/go-live/screenshots/07-sign-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2004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0" y="18288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email/password sign-up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stores everything securely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synced to the cloud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Target Language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language fills your days?</a:t>
            </a:r>
            <a:endParaRPr lang="en-US" sz="1800" dirty="0"/>
          </a:p>
        </p:txBody>
      </p:sp>
      <p:pic>
        <p:nvPicPr>
          <p:cNvPr id="4" name="Image 0" descr="/Users/koossimons/LLYLI/learnthelanguageyoulivein/docs/go-live/screenshots/08-onboarding-langu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2004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0" y="18288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language you're immersed in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Supports: English, Portuguese, Swedish, Spanish, French, German, Dutch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flag selection for easy recognition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Your Native Language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translations that feel like home</a:t>
            </a:r>
            <a:endParaRPr lang="en-US" sz="1800" dirty="0"/>
          </a:p>
        </p:txBody>
      </p:sp>
      <p:pic>
        <p:nvPicPr>
          <p:cNvPr id="4" name="Image 0" descr="/Users/koossimons/LLYLI/learnthelanguageyoulivein/docs/go-live/screenshots/09-onboarding-nat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2004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0" y="18288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Translations appear in your native language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your personal learning direction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English → Portuguese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First Words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phrases you've encountered</a:t>
            </a:r>
            <a:endParaRPr lang="en-US" sz="1800" dirty="0"/>
          </a:p>
        </p:txBody>
      </p:sp>
      <p:pic>
        <p:nvPicPr>
          <p:cNvPr id="4" name="Image 0" descr="/Users/koossimons/LLYLI/learnthelanguageyoulivein/docs/go-live/screenshots/10-onboarding-cap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2004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0" y="18288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any word or phrase you've encountered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3 words to proceed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Teaches you how to use the capture feature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Notebook is Ready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phrases to get you started</a:t>
            </a:r>
            <a:endParaRPr lang="en-US" sz="1800" dirty="0"/>
          </a:p>
        </p:txBody>
      </p:sp>
      <p:pic>
        <p:nvPicPr>
          <p:cNvPr id="4" name="Image 0" descr="/Users/koossimons/LLYLI/learnthelanguageyoulivein/docs/go-live/screenshots/11-onboarding-comple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2004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0" y="18288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phrases pre-loaded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playback for pronunciation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sentence generation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Daily Dashboard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at a glance</a:t>
            </a:r>
            <a:endParaRPr lang="en-US" sz="1800" dirty="0"/>
          </a:p>
        </p:txBody>
      </p:sp>
      <p:pic>
        <p:nvPicPr>
          <p:cNvPr id="4" name="Image 0" descr="/Users/koossimons/LLYLI/learnthelanguageyoulivein/docs/go-live/screenshots/01-today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2004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0" y="18288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access to capture and review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phrases captured today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tracking (captured, goal, streak)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Bingo for gamification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Capturing Phrases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real-life encounters into learning</a:t>
            </a:r>
            <a:endParaRPr lang="en-US" sz="1800" dirty="0"/>
          </a:p>
        </p:txBody>
      </p:sp>
      <p:pic>
        <p:nvPicPr>
          <p:cNvPr id="4" name="Image 0" descr="/Users/koossimons/LLYLI/learnthelanguageyoulivein/docs/go-live/screenshots/02-capture-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2004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0" y="18288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or paste any phrase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Auto-translation and categorization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speaker audio generation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memory context (where you heard it)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Review: The Question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meaning</a:t>
            </a:r>
            <a:endParaRPr lang="en-US" sz="1800" dirty="0"/>
          </a:p>
        </p:txBody>
      </p:sp>
      <p:pic>
        <p:nvPicPr>
          <p:cNvPr id="4" name="Image 0" descr="/Users/koossimons/LLYLI/learnthelanguageyoulivein/docs/go-live/screenshots/03-review-ques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2004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0" y="18288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progress (1 of 8)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playback available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"Reveal" interaction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FSRS algorithm schedules optimal times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Review: The Answer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your recall</a:t>
            </a:r>
            <a:endParaRPr lang="en-US" sz="1800" dirty="0"/>
          </a:p>
        </p:txBody>
      </p:sp>
      <p:pic>
        <p:nvPicPr>
          <p:cNvPr id="4" name="Image 0" descr="/Users/koossimons/LLYLI/learnthelanguageyoulivein/docs/go-live/screenshots/04-review-answ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2004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0" y="18288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simple recall ratings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FSRS-4.5 algorithm optimizes timing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 correct recalls" rule for mastery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button for issues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Notebook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Organized phrase collection</a:t>
            </a:r>
            <a:endParaRPr lang="en-US" sz="1800" dirty="0"/>
          </a:p>
        </p:txBody>
      </p:sp>
      <p:pic>
        <p:nvPicPr>
          <p:cNvPr id="4" name="Image 0" descr="/Users/koossimons/LLYLI/learnthelanguageyoulivein/docs/go-live/screenshots/05-noteboo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2004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0" y="18288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for organization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automatic categories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functionality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indicators per category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Your Progress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learning journey visualized</a:t>
            </a:r>
            <a:endParaRPr lang="en-US" sz="1800" dirty="0"/>
          </a:p>
        </p:txBody>
      </p:sp>
      <p:pic>
        <p:nvPicPr>
          <p:cNvPr id="4" name="Image 0" descr="/Users/koossimons/LLYLI/learnthelanguageyoulivein/docs/go-live/screenshots/06-progr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2004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0" y="18288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Total/weekly/mastered counts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today and need practice indicators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forecast calendar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access to start review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Usage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routine with LLYLI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Morning: Review due phrases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Daytime: Capture new encounters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Evening: Check progress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is key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LLYLI Promise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us different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phrases from your life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speaker audio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FSRS spaced repetition</a:t>
            </a:r>
            <a:endParaRPr lang="en-US" sz="1200" dirty="0"/>
          </a:p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Cloud-synced and secure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LLYLI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LLYLI - App Journey</dc:title>
  <dc:subject>Learn the Language You Live In</dc:subject>
  <dc:creator>LLYLI</dc:creator>
  <cp:lastModifiedBy>LLYLI</cp:lastModifiedBy>
  <cp:revision>1</cp:revision>
  <dcterms:created xsi:type="dcterms:W3CDTF">2026-01-20T15:39:45Z</dcterms:created>
  <dcterms:modified xsi:type="dcterms:W3CDTF">2026-01-20T15:39:45Z</dcterms:modified>
</cp:coreProperties>
</file>